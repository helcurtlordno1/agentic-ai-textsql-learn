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1898302"/>
            <a:ext cx="371475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384077"/>
            <a:ext cx="7760970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175"/>
              </a:lnSpc>
            </a:pPr>
            <a:r>
              <a:rPr sz="4500" b="0" i="0" u="none">
                <a:solidFill>
                  <a:srgbClr val="0F172A"/>
                </a:solidFill>
                <a:latin typeface="Plus Jakarta Sans ExtraBold"/>
              </a:rPr>
              <a:t>BÁO CÁO SỰ CỐ, BUG &amp;</a:t>
            </a:r>
            <a:r>
              <a:t>
</a:t>
            </a:r>
            <a:r>
              <a:rPr sz="4500" b="0" i="0" u="none">
                <a:solidFill>
                  <a:srgbClr val="2563EB"/>
                </a:solidFill>
                <a:latin typeface="Plus Jakarta Sans ExtraBold"/>
              </a:rPr>
              <a:t>BÀI HỌC KIẾN TRÚC</a:t>
            </a:r>
            <a:r>
              <a:rPr sz="4500" b="0" i="0" u="none">
                <a:solidFill>
                  <a:srgbClr val="0F172A"/>
                </a:solidFill>
                <a:latin typeface="Plus Jakarta Sans ExtraBold"/>
              </a:rPr>
              <a:t> DỰ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889027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4748B"/>
                </a:solidFill>
                <a:latin typeface="Inter"/>
              </a:rPr>
              <a:t>Tổng kết 20 chặng kỹ thuật, phân tích nguyên nhân gốc rễ (Root Causes) và bài học tối ưu hóa hệ thống Text-to-SQL AI Runner.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746277"/>
            <a:ext cx="434340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 SemiBold"/>
              </a:rPr>
              <a:t>Thời gian đánh giá: 2026-08-17 | Mã Commit: c748621 → 68fde00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315717"/>
            <a:ext cx="11029950" cy="10534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203251"/>
            <a:ext cx="5372100" cy="19219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203251"/>
            <a:ext cx="5372100" cy="19219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Tổng quan Bối cảnh Dự án (Project Context)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4553842"/>
            <a:ext cx="1108138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Phạm vi Kiểm thử (Validation scope)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887217"/>
            <a:ext cx="105537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Hệ thống trải qua 6 cột mốc lớn (P0 → P6.3) từ xử lý schema, Semantic RAG, AST SQL parsing, đến Supervisor Hardware Guardrails.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441376"/>
            <a:ext cx="489585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150" y="2822376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Mục tiêu Hệ thống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155751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Xây dựng hệ thống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Text-to-SQL Autonomous Engine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chạy hoàn toàn Local (On-premise) có khả năng tự động dịch câu hỏi ngôn ngữ tự nhiên thành SQL chính xác trên CSDL lớn (Olist, Spider-200).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441376"/>
            <a:ext cx="489585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77000" y="2822376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Ràng buộc Hạ tầng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155751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Chạy trực tiếp trên phần cứng giới hạn (Consumer Laptop GPU 8GB-12GB VRAM), không phụ thuộc vào Cloud API ngoại vi, đòi hỏi tối ưu hoá gắt gao về Latency và Memory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76437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Kiến trúc Tổng thể Pipeline Text-to-SQL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85962"/>
            <a:ext cx="53530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2281535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1. Schema Linking &amp; RAG: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Lọc bảng và cột liên quan qua Hybrid Retrieval (Vector + Keyword BM25).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883396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2. LLM Generator: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Sử dụng Qwen local model sinh câu lệnh SQL có kiểm soát Grammar.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85257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3. AST &amp; Shape Validator: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Kiểm tra cú pháp SQL với SQLGlot và kiểm tra kiểu dữ liệu đầu ra (Scalar/Table).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087117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4. Self-Correction Loop: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Tự động sửa lỗi runtime SQL tối đa 1 lần thử lại (1-shot repair).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688978"/>
            <a:ext cx="51054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5. Hardware Supervisor: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Giám sát nhiệt độ/điện năng GPU để ngăn sập nguồn.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300585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902446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04307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06167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708028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1866"/>
            <a:ext cx="3524250" cy="1988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791866"/>
            <a:ext cx="3524250" cy="19886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791866"/>
            <a:ext cx="3524250" cy="19886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Phân loại &amp; Quy chuẩn Phân tích Sự cố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029991"/>
            <a:ext cx="3048000" cy="238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3477666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Lỗi Đã Khắc Phục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811041"/>
            <a:ext cx="3048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Đã xác định nguyên nhân gốc rễ (Root cause), sửa code và passing toàn bộ các bài Test tái lập (Regression Tests).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029991"/>
            <a:ext cx="3048000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3477666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Lỗi Giảm Thiểu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811041"/>
            <a:ext cx="3048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Đã kiểm soát được rủi ro vỡ trận hệ thống nhưng giới hạn phần cứng/nền tảng cốt lõi vẫn chưa thể loại bỏ hoàn toàn.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3029991"/>
            <a:ext cx="3048000" cy="238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4850" y="3477666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Lỗi Mở / Tồn Đọng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3811041"/>
            <a:ext cx="3048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Các vấn đề mang tính bản chất nghiên cứu AI/NLU hoặc đòi hỏi hạ tầng cao hơn chưa đạt ngưỡng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12826"/>
            <a:ext cx="5372100" cy="23467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612826"/>
            <a:ext cx="5372100" cy="2346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P0: Xử lý Grammar &amp; Định dạng LLM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285095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Sự cố F-P0-01: Grammar Compiler Crash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184326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Mô tả: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Khi truyền Pydantic Schema có chứa Regex nâng cao vào Ollama Grammar Compiler làm ứng dụng treo hoăc crash ngay lập tức.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029967"/>
            <a:ext cx="48958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Impact: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Tỷ lệ gọi API sinh JSON thành công là 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85095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Giải pháp Khắc phục (Resolution)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184326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Adapter Layer: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Viết middleware làm sạch bớt các biểu thức Regex phức tạp khỏi JSON Schema trước khi đưa vào LLM 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786187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Post-validation: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Thực hiện Pydantic validation ở tầng application sau khi LLM phản hồi.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483298"/>
            <a:ext cx="56673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7643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057548"/>
            <a:ext cx="5372100" cy="12971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45234"/>
            <a:ext cx="5372100" cy="1969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P1: Nghẽn I/O Ổ đĩa &amp; Tối ưu WSL2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85962"/>
            <a:ext cx="53530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2295673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Sự cố F-P1-02: Extreme I/O Latency trên WSL2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629048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SQLite database đặt tại mount ổ Windows (/mnt/d/) bị chậm tới 45x lần do giao thức RPC cross-OS overhead.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783359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Kiến trúc Build Mới (Atomic Rename)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4116734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Khởi tạo và ghi toàn bộ SQLite DB tạm trên định dạng file native Linux (ext4 /tmp), sau khi hoàn tất mới di chuyển Atomic Rename sang ổ cứng lưu trữ.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5038576"/>
            <a:ext cx="153828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1866"/>
            <a:ext cx="5372100" cy="1988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91866"/>
            <a:ext cx="5372100" cy="1988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P2: Bẫy "Cú pháp đúng - Logic sai"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302999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Vấn đề F-P2-01: AST Parser lọt lưới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363366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Các đoạn text nhiễu hoặc SQL không trọn vẹn vẫn pass qua parser chuẩn. Hệ thống đã bổ sung luật bắt buộc Root AST Node phải là </a:t>
            </a:r>
            <a:r>
              <a:rPr sz="1200" b="1" i="0" u="none">
                <a:solidFill>
                  <a:srgbClr val="2563EB"/>
                </a:solidFill>
                <a:latin typeface="Inter"/>
              </a:rPr>
              <a:t>exp.Query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02999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Bài học F-P2-05: Semantic Integrity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363366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Dù SQL hợp lệ cú pháp 100%, nhưng có </a:t>
            </a:r>
            <a:r>
              <a:rPr sz="1200" b="1" i="0" u="none">
                <a:solidFill>
                  <a:srgbClr val="475569"/>
                </a:solidFill>
                <a:latin typeface="Inter"/>
              </a:rPr>
              <a:t>14/18 câu sai lệch kết quả logic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: nhầm lẫn JOIN key, sai hàm gom nhóm (Aggregate) hoặc nhầm Business Domain logic.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304258"/>
            <a:ext cx="566737" cy="23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4304258"/>
            <a:ext cx="881062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880544"/>
            <a:ext cx="11029950" cy="12971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94644"/>
            <a:ext cx="3524250" cy="1247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2394644"/>
            <a:ext cx="3524250" cy="1247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725" y="2394644"/>
            <a:ext cx="3524250" cy="12477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P2.1: Tối ưu Latency Sinh chuỗi Thinking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150" y="4118669"/>
            <a:ext cx="1108138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Nguyên nhân &amp; Giải pháp Tối ưu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452044"/>
            <a:ext cx="10553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F-P2-04: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Mặc định model Qwen suy luận chuỗi Thinking quá dài không cần thiết cho các câu SQL đơn giản. Giải pháp: Ép tham số think=false và giới hạn Context Window ở mức 4096 tokens.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594669"/>
            <a:ext cx="3124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2563EB"/>
                </a:solidFill>
                <a:latin typeface="Plus Jakarta Sans ExtraBold"/>
              </a:rPr>
              <a:t>95.6s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3280469"/>
            <a:ext cx="3124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LATENCY BAN ĐẦU (FULL THINKING)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3900" y="2594669"/>
            <a:ext cx="3124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2563EB"/>
                </a:solidFill>
                <a:latin typeface="Plus Jakarta Sans ExtraBold"/>
              </a:rPr>
              <a:t>20.2s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3900" y="3280469"/>
            <a:ext cx="3124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LATENCY SAU TỐI ƯU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6750" y="2594669"/>
            <a:ext cx="3124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16A34A"/>
                </a:solidFill>
                <a:latin typeface="Plus Jakarta Sans ExtraBold"/>
              </a:rPr>
              <a:t>-78.8%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6750" y="3280469"/>
            <a:ext cx="31242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 SemiBold"/>
              </a:rPr>
              <a:t>THỜI GIAN CHỜ GIẢM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1866"/>
            <a:ext cx="5372100" cy="1988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91866"/>
            <a:ext cx="5372100" cy="1988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P3: Định tuyến Context &amp; Schema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302999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Thất bại F-P3-06: RRF Weight Lệch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363366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Thuật toán Reciprocal Rank Fusion (RRF) thiết lập trọng số k=0.01 gây mất các cột thông tin hiếm (Low-frequency Columns). Đã chuyển sang bằng trọng số Vector + BM25.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02999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Thất bại F-P3-04: Bỏ quên Warm-up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363366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Quá trình tính toán Vector Embedding cho Query mất thêm 3-5 giây nhưng ban đầu bị bỏ qua trong báo cáo benchmark. Đã cập nhật tính đúng latency E2E.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4304258"/>
            <a:ext cx="566737" cy="23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304258"/>
            <a:ext cx="56673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76437"/>
            <a:ext cx="53721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035671"/>
            <a:ext cx="5372100" cy="12971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23357"/>
            <a:ext cx="5372100" cy="20133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P4: Vòng lặp Sửa lỗi Tự động (Self-Correction)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985962"/>
            <a:ext cx="53530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2273796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Sự cố F-P4-02: Repair Infinite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607171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Model Corrector liên tục lặp lại đúng câu lệnh SQL lỗi cũ khi cố gắng sửa lỗi Runtime, gây tốn tài nguyên và treo vĩnh viễn.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761482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Cơ chế Guardrail Sửa lỗi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4094857"/>
            <a:ext cx="46291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Fingerprint Stop: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Băm (Hash) câu SQL cũ; nếu lặp lại câu đã thử thì ngừng ngay.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5850" y="4696717"/>
            <a:ext cx="46291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Hard Cap 1-shot: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Chỉ cho phép tối đa 1 lần thử sửa tự động để bảo đảm Latency.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113907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471576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45196"/>
            <a:ext cx="5372100" cy="34819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07146"/>
            <a:ext cx="5372100" cy="9638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3485257"/>
            <a:ext cx="5372100" cy="9638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563367"/>
            <a:ext cx="5372100" cy="9638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P5: Đánh giá Thực tế trên Olist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1550" y="2435721"/>
            <a:ext cx="45910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0" i="0" u="none">
                <a:solidFill>
                  <a:srgbClr val="2563EB"/>
                </a:solidFill>
                <a:latin typeface="Plus Jakarta Sans ExtraBold"/>
              </a:rPr>
              <a:t>78.33%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188196"/>
            <a:ext cx="45910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 SemiBold"/>
              </a:rPr>
              <a:t>CHỈ SỐ ĐỘ CHÍNH XÁC (ACCURACY) OLIST-60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531096"/>
            <a:ext cx="459105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DC2626"/>
                </a:solidFill>
                <a:latin typeface="Inter SemiBold"/>
              </a:rPr>
              <a:t>Chưa đạt target ban đầu (90.0%)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8875" y="2045196"/>
            <a:ext cx="564070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Phân tích Top 3 Nhóm Lỗi Còn Tồn Đọng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645271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1. Aggregate Grain (40% lỗi):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Nhầm lẫn giữa tính tổng theo từng Order hay theo từng Customer.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723382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2. Population Filter (35% lỗi):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Bỏ sót điều kiện trạng thái đơn hàng (WHERE status = 'delivered').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801492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3. Order/Limit (25% lỗi):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Nhầm lẫn giữa TOP N cao nhất và thấp nhất do ambiguity câu hỏi.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55676"/>
            <a:ext cx="5372100" cy="24610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55676"/>
            <a:ext cx="5372100" cy="24610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P5.1: Sự cố Thermal Throttling Laptop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279380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Sự cố F-P5-03: Sập nguồn do Quá nhiệt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127176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Chạy 60 câu hỏi liên tục ép GPU hoạt động 100% công suất làm công suất đỉnh lên 139W, vượt ngưỡng nhiệt độ an toàn gây sập nguồn phần cứng (Thermal Shutdown).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279380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Hệ thống Giám sát Supervisor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3700" y="3127176"/>
            <a:ext cx="46291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Giới hạn GPU Layer: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Hạ số layer offload xuống 6 layers để chừa khoảng trống cho GPU thở.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3729037"/>
            <a:ext cx="46291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Thermal Supervisor: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Poll nhiệt độ mỗi 0.5s; tự động Pause hoặc Kill process nếu GPU &gt; 85°C.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540448"/>
            <a:ext cx="566737" cy="238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3146226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3748087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76437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P6: Benchmark Spider-200 Stratified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985962"/>
            <a:ext cx="5353050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38875" y="2510879"/>
            <a:ext cx="564070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Kết quả Phân tầng theo Độ khó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875" y="2872829"/>
            <a:ext cx="5372100" cy="16192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8875" y="2872829"/>
          <a:ext cx="5362573" cy="1619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9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2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6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Phân tầng (Difficulty)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Số lượng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Accuracy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Easy &amp; 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120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Inter"/>
                        </a:rPr>
                        <a:t>82.50%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12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Hard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58.00%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14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Extra-Hard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DC2626"/>
                          </a:solidFill>
                          <a:latin typeface="Inter"/>
                        </a:rPr>
                        <a:t>36.36%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38875" y="4634954"/>
            <a:ext cx="53721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Kết luận: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Các câu SQL phức tạp nhiều JOIN và Subquery là rào cản chính của LLM kích thước nhỏ (7B/14B parameters).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3637" y="3263354"/>
            <a:ext cx="245953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03171" y="3263354"/>
            <a:ext cx="130239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05566" y="3263354"/>
            <a:ext cx="1600646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3637" y="3677691"/>
            <a:ext cx="24595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703171" y="3677691"/>
            <a:ext cx="1302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05566" y="3677691"/>
            <a:ext cx="1600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3637" y="4077741"/>
            <a:ext cx="24595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03171" y="4077741"/>
            <a:ext cx="1302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05566" y="4077741"/>
            <a:ext cx="1600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43637" y="4477791"/>
            <a:ext cx="245953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03171" y="4477791"/>
            <a:ext cx="130239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005566" y="4477791"/>
            <a:ext cx="160064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68054"/>
            <a:ext cx="5372100" cy="20362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68054"/>
            <a:ext cx="5372100" cy="203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P6.2: Bẫy Mất liên kết Schema (Coherence)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3006179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Sự cố F-P6-02: Bịa cột trên View Aggregate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339554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Hiện tượng: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LLM tự động bịa ra tên cột không tồn tại khi truy vấn trên các View ảo hoặc bảng gom nhóm phức tạp.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941415"/>
            <a:ext cx="489585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Root cause: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RAG trả về danh sách cột rời rạc mà không cung cấp ngữ cảnh quan hệ khóa ngoại (Foreign Key).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006179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Khắc phục qua Graph Linker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339554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Bắt buộc thuật toán Schema Linking phải chọn các thành phần liên thông (Connected Components) trên đồ thị CSDL thay vì chọn ngẫu nhiên các cột có Score cao nhất.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328070"/>
            <a:ext cx="56673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91866"/>
            <a:ext cx="5372100" cy="19886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791866"/>
            <a:ext cx="5372100" cy="19886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Cột mốc P6.3: Khôi phục Hợp đồng Dữ liệu Scalar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150" y="302999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Sự cố: Scalar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363366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Câu hỏi yêu cầu trả về 1 con số đơn lẻ (ví dụ: "Có bao nhiêu khách hàng?"), nhưng SQL trả về danh sách hàng ngàn dòng chứa toàn bộ ID khách hàng.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029991"/>
            <a:ext cx="514064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Cơ chế Signal Signal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363366"/>
            <a:ext cx="489585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Bổ sung tầng Shape Guard: Nếu prompt chứa từ khóa đếm/đơn lẻ, Validator kiểm tra AST phải có hàm COUNT() hoặc SUM(). Nếu thiếu, gắn tín hiệu </a:t>
            </a:r>
            <a:r>
              <a:rPr sz="1200" b="1" i="0" u="none">
                <a:solidFill>
                  <a:srgbClr val="2563EB"/>
                </a:solidFill>
                <a:latin typeface="Inter"/>
              </a:rPr>
              <a:t>SCALAR_AGGREGATE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ép Corrector sửa lại.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304258"/>
            <a:ext cx="56673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449984"/>
            <a:ext cx="3048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719" y="3449984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8488" y="3449984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6257" y="3449984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288059"/>
            <a:ext cx="2426493" cy="137725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8794" y="3288059"/>
            <a:ext cx="2426493" cy="137725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6563" y="3288059"/>
            <a:ext cx="2426493" cy="137725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4332" y="3288059"/>
            <a:ext cx="2426493" cy="13772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Dòng thời gian Tiến hóa &amp; Xử lý Bug Dự 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32427" y="3957637"/>
            <a:ext cx="9927145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950" y="3869084"/>
            <a:ext cx="22077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P0 - 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4107209"/>
            <a:ext cx="210264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Sửa lỗi Grammar LLM &amp; Chuyển DB sang Linux Native 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0719" y="3869084"/>
            <a:ext cx="22077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P2 - 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0719" y="4107209"/>
            <a:ext cx="210264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Siết chặt AST Query Node &amp; Cân bằng trọng số RAG RRF.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8488" y="3869084"/>
            <a:ext cx="22077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P4 - 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8488" y="4107209"/>
            <a:ext cx="210264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Tạo Fingerprint chống lặp sửa SQL &amp; Dựng Supervisor GPU.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6257" y="3869084"/>
            <a:ext cx="22077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P6+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6257" y="4107209"/>
            <a:ext cx="2102643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Ép Graph Schema Coherence &amp; Sửa lỗi Scalar Output Shape.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Bảng Tổng hợp 8 Sự cố Trọng yếu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81025" y="2147887"/>
            <a:ext cx="11029950" cy="3276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2147887"/>
          <a:ext cx="11020422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9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5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1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08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Mã Lỗi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Chặng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Mô tả Ngắn Sự cố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Giải pháp Cốt lõi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Trạng thái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8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F-P0-01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Pydantic Regex làm crash Ollama Grammar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Adapter sanitize schema trước khi gửi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FIXED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8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F-P1-02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Chậm I/O do đặt SQLite ở Windows Mount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Build temp DB trên ext4 Linux native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FIXED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8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F-P2-04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Thinking latency quá cao (95.6s)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Ép think=false + Limit context 4096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FIXED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8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F-P4-02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Corrector lặp lại đúng câu SQL lỗi cũ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Dùng Fingerprint Stop + Cap 1-shot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FIXED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8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F-P5-03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GPU overheat sập nguồn laptop (139W)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Hardware Supervisor &amp; Offload 6 layers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FIXED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90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F-P6-01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P6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Accuracy Spider Extra-Hard quá thấp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Chưa giải quyết triệt để do model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OPEN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5787" y="2538412"/>
            <a:ext cx="1114573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00361" y="2538412"/>
            <a:ext cx="96976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70125" y="2538412"/>
            <a:ext cx="397981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649938" y="2538412"/>
            <a:ext cx="3665041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314979" y="2538412"/>
            <a:ext cx="129123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787" y="3028950"/>
            <a:ext cx="111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00361" y="3028950"/>
            <a:ext cx="96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70125" y="3028950"/>
            <a:ext cx="3979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49938" y="3028950"/>
            <a:ext cx="3665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14979" y="3028950"/>
            <a:ext cx="1291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3505200"/>
            <a:ext cx="111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00361" y="3505200"/>
            <a:ext cx="96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70125" y="3505200"/>
            <a:ext cx="3979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49938" y="3505200"/>
            <a:ext cx="3665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314979" y="3505200"/>
            <a:ext cx="1291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787" y="3981450"/>
            <a:ext cx="111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00361" y="3981450"/>
            <a:ext cx="96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70125" y="3981450"/>
            <a:ext cx="3979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49938" y="3981450"/>
            <a:ext cx="3665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314979" y="3981450"/>
            <a:ext cx="1291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5787" y="4457700"/>
            <a:ext cx="111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700361" y="4457700"/>
            <a:ext cx="96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70125" y="4457700"/>
            <a:ext cx="3979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49938" y="4457700"/>
            <a:ext cx="3665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314979" y="4457700"/>
            <a:ext cx="1291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5787" y="4933950"/>
            <a:ext cx="111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700361" y="4933950"/>
            <a:ext cx="96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670125" y="4933950"/>
            <a:ext cx="3979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649938" y="4933950"/>
            <a:ext cx="3665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314979" y="4933950"/>
            <a:ext cx="1291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5787" y="5410200"/>
            <a:ext cx="1114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700361" y="5410200"/>
            <a:ext cx="9697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70125" y="5410200"/>
            <a:ext cx="39798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649938" y="5410200"/>
            <a:ext cx="3665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314979" y="5410200"/>
            <a:ext cx="12912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979" y="2709862"/>
            <a:ext cx="566737" cy="2381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979" y="3181349"/>
            <a:ext cx="566737" cy="2381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978" y="3638549"/>
            <a:ext cx="566737" cy="23812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979" y="4119562"/>
            <a:ext cx="566737" cy="2381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619" y="4591049"/>
            <a:ext cx="566737" cy="2381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2619" y="5093925"/>
            <a:ext cx="5429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84264"/>
            <a:ext cx="3524250" cy="22038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84264"/>
            <a:ext cx="3524250" cy="22038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684264"/>
            <a:ext cx="3524250" cy="22038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Bài học Kinh nghiệm Kiến trúc (Best Practices)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22389"/>
            <a:ext cx="30480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150" y="3341489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1. Never Trust LLM Raw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674864"/>
            <a:ext cx="30480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Mọi câu lệnh SQL từ LLM bắt buộc phải đi qua 3 lớp phòng thủ: Grammar Constraint, AST Validation và Shape Contract trước khi cho phép đụng vào DB thật.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922389"/>
            <a:ext cx="30480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3341489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2. Hardware-Aware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74864"/>
            <a:ext cx="30480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Khi triển khai On-Premise / Edge AI, phần mềm phải chủ động lắng nghe chỉ số phần cứng (Nhiệt độ, VRAM, Power) để điều tiết workload thích ứng.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922389"/>
            <a:ext cx="30480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4850" y="3341489"/>
            <a:ext cx="3200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3. Deterministic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3674864"/>
            <a:ext cx="30480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Cần tách biệt rõ giữa "SQL chạy được không lỗi" và "SQL trả về đúng dữ liệu kinh doanh" thông qua bộ test suite đa dạng.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71886"/>
            <a:ext cx="11029950" cy="2628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0F172A"/>
                </a:solidFill>
                <a:latin typeface="Plus Jakarta Sans ExtraBold"/>
              </a:rPr>
              <a:t>Các Tồn tại Chưa thể Tuyên bố Tuyên bố Thành công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914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6300" y="2767161"/>
            <a:ext cx="10961370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45309"/>
                </a:solidFill>
                <a:latin typeface="Plus Jakarta Sans"/>
              </a:rPr>
              <a:t>Những Giới hạn Cần Thành thực Ghi nhận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805261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243411"/>
            <a:ext cx="10172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Latency vẫn còn cao cho sản phẩm Realtime: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Tốc độ phản hồi trung bình 20s - 70s vẫn chưa đạt chuẩn Chatbot thời gian thực cho người dùng cuối.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45272"/>
            <a:ext cx="101727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Độ chính xác Extra-Hard Query còn yếu: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Chỉ đạt ~36% đối với các truy vấn phức tạp đòi hỏi ghép nối &gt;4 bảng.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03352"/>
            <a:ext cx="101727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Self-Correction mang tính xác suất: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Vòng lặp sửa lỗi tự động chỉ thành công khoảng 45% số trường hợp, không phải là một sự đảm bảo chắc chắn 100%.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262461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864322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222402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1869</Words>
  <Application>Microsoft Office PowerPoint</Application>
  <PresentationFormat>Widescreen</PresentationFormat>
  <Paragraphs>157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Inter</vt:lpstr>
      <vt:lpstr>Inter SemiBold</vt:lpstr>
      <vt:lpstr>Plus Jakarta Sans</vt:lpstr>
      <vt:lpstr>Plus Jakarta Sans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Dinh Nam Khanh</cp:lastModifiedBy>
  <cp:revision>2</cp:revision>
  <dcterms:created xsi:type="dcterms:W3CDTF">2013-01-27T09:14:16Z</dcterms:created>
  <dcterms:modified xsi:type="dcterms:W3CDTF">2026-08-18T03:44:27Z</dcterms:modified>
  <cp:category/>
</cp:coreProperties>
</file>