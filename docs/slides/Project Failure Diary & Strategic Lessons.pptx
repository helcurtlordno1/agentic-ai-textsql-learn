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0499" y="1895475"/>
            <a:ext cx="8011001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3F0DF"/>
                </a:solidFill>
                <a:latin typeface="Merriweather"/>
              </a:rPr>
              <a:t>Project Failure Diary &amp;</a:t>
            </a:r>
            <a:r>
              <a:t>
</a:t>
            </a:r>
            <a:r>
              <a:rPr b="1" sz="5400" i="0" u="none">
                <a:solidFill>
                  <a:srgbClr val="F3F0DF"/>
                </a:solidFill>
                <a:latin typeface="Merriweather"/>
              </a:rPr>
              <a:t> 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71737" y="4048125"/>
            <a:ext cx="72485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CDD6E2"/>
                </a:solidFill>
                <a:latin typeface="DM Sans"/>
              </a:rPr>
              <a:t>Comprehensive Analysis of Bugs, Failures, and Strategic Architecture</a:t>
            </a:r>
            <a:r>
              <a:t>
</a:t>
            </a:r>
            <a:r>
              <a:rPr b="0" sz="1800" i="0" u="none">
                <a:solidFill>
                  <a:srgbClr val="CDD6E2"/>
                </a:solidFill>
                <a:latin typeface="DM Sans"/>
              </a:rPr>
              <a:t> Revision: c748621 to 68fde00 |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85900"/>
            <a:ext cx="5429250" cy="1933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1485900"/>
            <a:ext cx="5429250" cy="1933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09975"/>
            <a:ext cx="5429250" cy="1933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3609975"/>
            <a:ext cx="5429250" cy="19335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829300"/>
            <a:ext cx="11049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1" u="none">
                <a:solidFill>
                  <a:srgbClr val="334155"/>
                </a:solidFill>
                <a:latin typeface="DM Sans"/>
              </a:rPr>
              <a:t>Source of Truth: realistic_project_creation_codex.md, Git History, and Locked Benchmark Reports.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24025"/>
            <a:ext cx="600075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7250" y="2047875"/>
            <a:ext cx="515064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Resolved Root Causes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2495550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Root cause verified and fixed with corresponding regression tests and live evidence.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1724025"/>
            <a:ext cx="93345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7000" y="2047875"/>
            <a:ext cx="515064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Controlled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495550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Risk controlled, although platform or architectural limitations still persist.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848100"/>
            <a:ext cx="1009650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50" y="4171950"/>
            <a:ext cx="515064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Legacy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461962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Measurements valid for old revisions; no longer representative of current code state.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848100"/>
            <a:ext cx="5905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77000" y="4171950"/>
            <a:ext cx="515064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Ongoing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619625"/>
            <a:ext cx="490537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Performance or accuracy issues still under investigation; unresolved bottlenecks.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Technical Memory &amp; Status Glossary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555081"/>
          <a:ext cx="11048999" cy="27765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807541"/>
                <a:gridCol w="5664398"/>
                <a:gridCol w="4577060"/>
              </a:tblGrid>
              <a:tr h="46275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DM Sans"/>
                        </a:rPr>
                        <a:t>Gate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DM Sans"/>
                        </a:rPr>
                        <a:t>Primary Architectural Failure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DM Sans"/>
                        </a:rPr>
                        <a:t>Outcome / Resolution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088"/>
                    </a:solidFill>
                  </a:tcPr>
                </a:tc>
              </a:tr>
              <a:tr h="46275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Ollama JSON grammar compilation failed due to Pydantic regex.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Adapter cleanup schema implemented; live smoke pass.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75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WSL I/O latency; Loader cardinality errors; anomaly misunderstanding.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Atomic build in Linux ext4; 20/20 validation achieved.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275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P3.1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Mini-100 unique constraint violation; Weak index publication.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Benchmark hardening; holdout separation.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75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Laptop instability during full-GPU runs; 78.33% Olist accuracy.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Guarded runner; 6-layer profile; checkpoint UI.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2757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P6.3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Free-form query scope errors; Scalar correction mismatch.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DM Sans"/>
                        </a:rPr>
                        <a:t>Dimension-aware linking; Correction-on by default.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507581"/>
            <a:ext cx="80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9041" y="3507581"/>
            <a:ext cx="5664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3439" y="3507581"/>
            <a:ext cx="4577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3960018"/>
            <a:ext cx="80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9041" y="3960018"/>
            <a:ext cx="5664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43439" y="3960018"/>
            <a:ext cx="4577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4412456"/>
            <a:ext cx="80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9041" y="4412456"/>
            <a:ext cx="5664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3439" y="4412456"/>
            <a:ext cx="4577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864893"/>
            <a:ext cx="80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9041" y="4864893"/>
            <a:ext cx="5664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3439" y="4864893"/>
            <a:ext cx="4577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5317331"/>
            <a:ext cx="8075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9041" y="5317331"/>
            <a:ext cx="566439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3439" y="5317331"/>
            <a:ext cx="457706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Strategic Overview: The Gate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05237"/>
            <a:ext cx="5334000" cy="1609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281237"/>
            <a:ext cx="5600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05088"/>
                </a:solidFill>
                <a:latin typeface="Merriweather"/>
              </a:rPr>
              <a:t>P0 — Local Model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7176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F-P0-01: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Pydantic patterns crashed Ollama's grammar compiler.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100387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DM Sans"/>
              </a:rPr>
              <a:t>Fix: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Providers now strip grammar-only patterns before request transmission.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281237"/>
            <a:ext cx="5600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05088"/>
                </a:solidFill>
                <a:latin typeface="Merriweather"/>
              </a:rPr>
              <a:t>P1 — Olist 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671762"/>
            <a:ext cx="5334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F-P1-02: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SQLite random I/O on WSL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/mnt/d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was 160x slower than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/tmp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376612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DM Sans"/>
              </a:rPr>
              <a:t>Solution: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Atomic builds in ext4 storage with transaction-heavy validation (5m 43s build time).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062412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DM Sans"/>
              </a:rPr>
              <a:t>Data Integrity: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Pin hashes for ZIP and 9 CSVs; read-only checksum tests integrated.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043362"/>
            <a:ext cx="505063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CI Mitigation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4491037"/>
            <a:ext cx="4810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Architecture shifted to fake transport + synthetic SQLite to decouple Ci from local GPU dependencies.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P0-P1: Infrastructure &amp; Data Foundations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85987"/>
            <a:ext cx="5334000" cy="3324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85987"/>
            <a:ext cx="5334000" cy="3324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2338387"/>
            <a:ext cx="504825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SQLGlot Limitation: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Valid syntax parsing does not guarantee a SELECT query. Normalizer now enforces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exp.Query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roots.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005137"/>
            <a:ext cx="50482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Schema Integrity: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JSON Schema was being rendered as Python dicts, destabilizing generation. Fixed by explicit JSON serialization.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919537"/>
            <a:ext cx="50482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Latency Control: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Qwen thinking phase breached budgets (95.6s). Fixed by setting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think=false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and context capping (20.2s).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843462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Evaluation Integrity: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All return paths now record total latency to prevent taxonomy skew.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P2: Direct Reasoning &amp; SQL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838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05137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19537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4346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33950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4933950"/>
            <a:ext cx="5429250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9700"/>
            <a:ext cx="12192000" cy="5962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7250" y="5172075"/>
            <a:ext cx="515064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Lessons in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5619750"/>
            <a:ext cx="49053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Retrieval reporting initially skipped query embedding time (~5s/query). E2E Grounding now includes warm rank/link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5172075"/>
            <a:ext cx="515064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Hybrid RRF Rejected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5619750"/>
            <a:ext cx="4905375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BM25-heavy configs underperformed. Equal-weight RRF proved superior for qualified schema recall on disjoint holdouts.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P3-P3.1: The Retrieval Evolution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0787"/>
            <a:ext cx="3492549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490787"/>
            <a:ext cx="3492549" cy="2714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490787"/>
            <a:ext cx="3492549" cy="2714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728912"/>
            <a:ext cx="2968674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7250" y="3300412"/>
            <a:ext cx="311710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The Answer Fallacy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748087"/>
            <a:ext cx="2968674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Execution success does not equal correctness. Introduced 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VALID / SUSPICIOUS / FAILED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shape validators for gold-blind rules.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5549" y="2728912"/>
            <a:ext cx="2968674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35549" y="3300412"/>
            <a:ext cx="311710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Stochastic Recovery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549" y="3748087"/>
            <a:ext cx="296867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Repeated-SQL fingerprints now stop infinite loops. One LLM correction call is default, ensuring a "frozen run" recovers 3/4 failures.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3849" y="2728912"/>
            <a:ext cx="2968674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3849" y="3300412"/>
            <a:ext cx="3117108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Model 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3849" y="3748087"/>
            <a:ext cx="296867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OPEN ISSUE: Diagnostic reruns only recovered 1/3 of repair triggers. Results are model-dependent and stochastic.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7212" y="2900362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05512" y="2900362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3812" y="2900362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P4: From Execution to Correctness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719137"/>
            <a:ext cx="5200650" cy="895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Hardware Stress &amp; Guarding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976437"/>
            <a:ext cx="4953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The Incident: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Continuous full-GPU benchmarks caused laptop thermal instability and power crashes.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833687"/>
            <a:ext cx="4953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The Response: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0237"/>
            <a:ext cx="4953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1" u="none">
                <a:solidFill>
                  <a:srgbClr val="334155"/>
                </a:solidFill>
                <a:latin typeface="DM Sans"/>
              </a:rPr>
              <a:t>"Safety segments maintain 60–61°C, Swap 0."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7250" y="3414712"/>
            <a:ext cx="4667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Power Supervisor: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Samples at 0.5s; kills process groups if &gt;115W detected.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071937"/>
            <a:ext cx="4667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6-Layer Profile: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High-layer profiles (10-14) rejected due to 139W transients. 6-layer balance achieved.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729162"/>
            <a:ext cx="4667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Isolation: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CPU affinity and context capping (4096) to prevent RAM/Swap overflow.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1471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71937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2916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029200"/>
            <a:ext cx="11049000" cy="1609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9700"/>
            <a:ext cx="12192000" cy="5800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" y="5267325"/>
            <a:ext cx="1105138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Strategic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5715000"/>
            <a:ext cx="10525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Failures are primarily semantic mismatches for complex nested/aggregate queries, not system crashes. p95 latency remains at ~85s per query.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P6: Release Benchmarks &amp;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9350"/>
            <a:ext cx="3555950" cy="1895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419350"/>
            <a:ext cx="355595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419350"/>
            <a:ext cx="3555950" cy="190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43425"/>
            <a:ext cx="3555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DM Sans"/>
              </a:rPr>
              <a:t>Schema Coherence: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Prompting now enforces exact ownership for disconnected aggregate views vs raw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7950" y="4552950"/>
            <a:ext cx="3555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DM Sans"/>
              </a:rPr>
              <a:t>UI Latency: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Async polling and lazy results reduced History render from 24s to 0.05s.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4400" y="4552950"/>
            <a:ext cx="3555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4155"/>
                </a:solidFill>
                <a:latin typeface="DM Sans"/>
              </a:rPr>
              <a:t>Scalar Recovery:</a:t>
            </a:r>
            <a:r>
              <a:rPr b="0" sz="1050" i="0" u="none">
                <a:solidFill>
                  <a:srgbClr val="334155"/>
                </a:solidFill>
                <a:latin typeface="DM Sans"/>
              </a:rPr>
              <a:t> Correctors now force subquery wrapping to ensure single-row outputs for scalar intents.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19350"/>
            <a:ext cx="3555950" cy="18954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2419350"/>
            <a:ext cx="3555950" cy="1905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400" y="2419350"/>
            <a:ext cx="3555950" cy="190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P6.2-P6.3: Schema Coherence &amp; UI Speed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3612"/>
            <a:ext cx="11049000" cy="1609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471737"/>
            <a:ext cx="11051381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E293B"/>
                </a:solidFill>
                <a:latin typeface="DM Sans"/>
              </a:rPr>
              <a:t>OPEN: Latency &amp;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919412"/>
            <a:ext cx="10525125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Local inference on Qwen-14B remains a major bottleneck (70–100s/query). Semantic generation for complex aggregate queries remains at a 36% ceiling for "Extra-Hard" categories.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129087"/>
            <a:ext cx="5600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05088"/>
                </a:solidFill>
                <a:latin typeface="Merriweather"/>
              </a:rPr>
              <a:t>No Free-Form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519612"/>
            <a:ext cx="533400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We cannot claim per-query accuracy for user-free text without gold references. UX now focuses on "Model Confidence" and validation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129087"/>
            <a:ext cx="5600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05088"/>
                </a:solidFill>
                <a:latin typeface="Merriweather"/>
              </a:rPr>
              <a:t>Safety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519612"/>
            <a:ext cx="5334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The local application is not hardened for public internet (no multi-user isolation or TLS). It remains bound to loopback for security.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Current Research &amp; Accuracy Boundaries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2533650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Read First: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Consult canonical ledger and gate failure IDs before any architectural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3190875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Validation: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Mandatory positive/negative regression tests for every semantic rule added.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848100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Runtime: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Keep random I/O inside Linux filesystems; avoid Windows mounts for SQLite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505325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DM Sans"/>
              </a:rPr>
              <a:t>Benchmarking:</a:t>
            </a:r>
            <a:r>
              <a:rPr b="0" sz="1350" i="0" u="none">
                <a:solidFill>
                  <a:srgbClr val="334155"/>
                </a:solidFill>
                <a:latin typeface="DM Sans"/>
              </a:rPr>
              <a:t> Pin all model digests, indices, and prompts before launching 100+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3150" y="3262312"/>
            <a:ext cx="5600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05088"/>
                </a:solidFill>
                <a:latin typeface="Merriweather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4005262"/>
            <a:ext cx="533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DM Sans"/>
              </a:rPr>
              <a:t>Documentation Index: docs/evidence/p0-p6_gate.md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Engineering Hygiene: The Prevention Checklist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209675"/>
            <a:ext cx="12192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3650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0875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48100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0532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43000" y="1981200"/>
            <a:ext cx="9906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752725"/>
            <a:ext cx="9906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3695700"/>
            <a:ext cx="9906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000" y="4638675"/>
            <a:ext cx="9906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74320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4320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861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68617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462915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629150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557212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572125"/>
            <a:ext cx="9906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124075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38375" y="2131218"/>
            <a:ext cx="8810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https://media.geeksforgeeks.org/wp-content/uploads/20250717161626331723/Types-of-Reasoning-in-AI.webp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8375" y="2364581"/>
            <a:ext cx="881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www.geeksforgeeks.org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81325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38375" y="2895600"/>
            <a:ext cx="8810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https://refurbo.in/_next/image?url=https%3A%2F%2Frefurbo.in%2Fblogs%2Fcontent%2Fimages%2F2026%2F05%2FChatGPT-Image-May-27--2026--12_32_28-PM--1-.png&amp;w=1920&amp;q=75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8375" y="3314700"/>
            <a:ext cx="881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refurbo.in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924300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38375" y="3838575"/>
            <a:ext cx="8810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https://static.vecteezy.com/system/resources/previews/005/568/880/non_2x/optimization-icon-in-trendy-two-tone-style-isolated-on-soft-blue-background-free-vector.jpg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8375" y="4257675"/>
            <a:ext cx="881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www.vecteezy.com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867275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38375" y="4781550"/>
            <a:ext cx="88106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https://static.vecteezy.com/system/resources/previews/071/274/138/non_2x/speedometer-or-gauge-icon-for-performance-and-speed-measurement-simple-flat-illustration-for-a-dashboard-or-analytics-report-vector.jpg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8375" y="5200650"/>
            <a:ext cx="881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www.vecteezy.com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724525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38375" y="5731668"/>
            <a:ext cx="8810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DM Sans"/>
              </a:rPr>
              <a:t>http://icrack.co.uk/cdn/shop/products/iPhone13Pro_SoftwareRecoveryRepair.webp?v=1680864398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8375" y="5965031"/>
            <a:ext cx="8810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icrack.co.uk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1143000"/>
            <a:ext cx="104013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05088"/>
                </a:solidFill>
                <a:latin typeface="Merriweather"/>
              </a:rPr>
              <a:t>Image 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" y="17811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